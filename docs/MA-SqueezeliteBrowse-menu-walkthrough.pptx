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MA-SqueezeliteBrowse: menu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22222"/>
                </a:solidFill>
              </a:defRPr>
            </a:pPr>
            <a:r>
              <a:t>Screens of the piCorePlayer (JiveLite, 1920x1080) browsing Music Assistant 2.10.5 with the patched Squeezelite provider.</a:t>
            </a:r>
            <a:br/>
            <a:r>
              <a:t>Captured 2026-10-11. The content shown is a moment in time: it follows the library, the presets and the Home Assistant labels.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Main Menu</a:t>
            </a:r>
          </a:p>
        </p:txBody>
      </p:sp>
      <p:pic>
        <p:nvPicPr>
          <p:cNvPr id="3" name="Picture 2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Home screen of the piCorePlayer (JiveLite). Settings holds the HA Extras entry when it is enabled for the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Now Playing</a:t>
            </a:r>
          </a:p>
        </p:txBody>
      </p:sp>
      <p:pic>
        <p:nvPicPr>
          <p:cNvPr id="3" name="Picture 2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Reached with the Now Playing tile or the [ key. Shows the current track from the Music Assistant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Queue (Current Playlist)</a:t>
            </a:r>
          </a:p>
        </p:txBody>
      </p:sp>
      <p:pic>
        <p:nvPicPr>
          <p:cNvPr id="3" name="Picture 2" descr="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The player's queue as Music Assistant has it. Long press a row for Play Now, Play Next, Move to End and Delete item.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</a:t>
            </a:r>
          </a:p>
        </p:txBody>
      </p:sp>
      <p:pic>
        <p:nvPicPr>
          <p:cNvPr id="3" name="Picture 2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The two preset tiles come from the player's settings in Music Assistant (favorited playlists and radio stations).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Favorites</a:t>
            </a:r>
          </a:p>
        </p:txBody>
      </p:sp>
      <p:pic>
        <p:nvPicPr>
          <p:cNvPr id="3" name="Picture 2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All Favorites, then one entry per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Artists</a:t>
            </a:r>
          </a:p>
        </p:txBody>
      </p:sp>
      <p:pic>
        <p:nvPicPr>
          <p:cNvPr id="3" name="Picture 2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Artists - Avril Lavigne</a:t>
            </a:r>
          </a:p>
        </p:txBody>
      </p:sp>
      <p:pic>
        <p:nvPicPr>
          <p:cNvPr id="3" name="Picture 2" descr="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An artist who is only on one track (a featured artist). The view lists albums, then tracks not on those albums, then matching radio stations.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Albums</a:t>
            </a:r>
          </a:p>
        </p:txBody>
      </p:sp>
      <p:pic>
        <p:nvPicPr>
          <p:cNvPr id="3" name="Picture 2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Albums - an album</a:t>
            </a:r>
          </a:p>
        </p:txBody>
      </p:sp>
      <p:pic>
        <p:nvPicPr>
          <p:cNvPr id="3" name="Picture 2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Tracks of one album. Tapping a track adds it (plays it when the queue is idle); long press for Play Album from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Tracks</a:t>
            </a:r>
          </a:p>
        </p:txBody>
      </p:sp>
      <p:pic>
        <p:nvPicPr>
          <p:cNvPr id="3" name="Picture 2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Playlists</a:t>
            </a:r>
          </a:p>
        </p:txBody>
      </p:sp>
      <p:pic>
        <p:nvPicPr>
          <p:cNvPr id="3" name="Picture 2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Audiobooks</a:t>
            </a:r>
          </a:p>
        </p:txBody>
      </p:sp>
      <p:pic>
        <p:nvPicPr>
          <p:cNvPr id="3" name="Picture 2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Podcasts</a:t>
            </a:r>
          </a:p>
        </p:txBody>
      </p:sp>
      <p:pic>
        <p:nvPicPr>
          <p:cNvPr id="3" name="Picture 2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Podcasts - a podcast</a:t>
            </a:r>
          </a:p>
        </p:txBody>
      </p:sp>
      <p:pic>
        <p:nvPicPr>
          <p:cNvPr id="3" name="Picture 2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Episodes of one podcast.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Radio</a:t>
            </a:r>
          </a:p>
        </p:txBody>
      </p:sp>
      <p:pic>
        <p:nvPicPr>
          <p:cNvPr id="3" name="Picture 2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Search</a:t>
            </a:r>
          </a:p>
        </p:txBody>
      </p:sp>
      <p:pic>
        <p:nvPicPr>
          <p:cNvPr id="3" name="Picture 2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The search text entry.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My Music - Switch Library</a:t>
            </a:r>
          </a:p>
        </p:txBody>
      </p:sp>
      <p:pic>
        <p:nvPicPr>
          <p:cNvPr id="3" name="Picture 2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</a:t>
            </a:r>
          </a:p>
        </p:txBody>
      </p:sp>
      <p:pic>
        <p:nvPicPr>
          <p:cNvPr id="3" name="Picture 2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Includes Alarm Clock (says alarms are not supported) and HA Extras.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</a:t>
            </a:r>
          </a:p>
        </p:txBody>
      </p:sp>
      <p:pic>
        <p:nvPicPr>
          <p:cNvPr id="3" name="Picture 2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Experimental. Needs the device setting 'Expose HA Entities to Device (HA Extras)' and the HA Extras label on the entities.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Cameras</a:t>
            </a:r>
          </a:p>
        </p:txBody>
      </p:sp>
      <p:pic>
        <p:nvPicPr>
          <p:cNvPr id="3" name="Picture 2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Choosing a camera shows a snapshot full screen in the Image Viewer, refreshed about every 10 seconds.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Cameras - Doorbell</a:t>
            </a:r>
          </a:p>
        </p:txBody>
      </p:sp>
      <p:pic>
        <p:nvPicPr>
          <p:cNvPr id="3" name="Picture 2" descr="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The camera view in the Image Viewer. It fetches a new snapshot about every 10 seconds until a key is pressed.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Dashboards</a:t>
            </a:r>
          </a:p>
        </p:txBody>
      </p:sp>
      <p:pic>
        <p:nvPicPr>
          <p:cNvPr id="3" name="Picture 2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Entities whose state is the address of a picture of a dashboard. Shown full screen like the cameras.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Dashboards - Squeezebox</a:t>
            </a:r>
          </a:p>
        </p:txBody>
      </p:sp>
      <p:pic>
        <p:nvPicPr>
          <p:cNvPr id="3" name="Picture 2" descr="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A dashboard in the Image Viewer. A screenshot service renders the picture; it is fetched again about every 10 seconds.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Controls</a:t>
            </a:r>
          </a:p>
        </p:txBody>
      </p:sp>
      <p:pic>
        <p:nvPicPr>
          <p:cNvPr id="3" name="Picture 2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Choosing a row opens Turn On / Turn Off / Cancel.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Controls - Porch Lights</a:t>
            </a:r>
          </a:p>
        </p:txBody>
      </p:sp>
      <p:pic>
        <p:nvPicPr>
          <p:cNvPr id="3" name="Picture 2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Choosing a control opens its menu: the current state, Turn On, Turn Off and Cancel.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Scenes and Scripts</a:t>
            </a:r>
          </a:p>
        </p:txBody>
      </p:sp>
      <p:pic>
        <p:nvPicPr>
          <p:cNvPr id="3" name="Picture 2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Choosing one opens Run / Cancel.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Scenes and Scripts - Test Scene</a:t>
            </a:r>
          </a:p>
        </p:txBody>
      </p:sp>
      <p:pic>
        <p:nvPicPr>
          <p:cNvPr id="3" name="Picture 2" descr="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Choosing a scene opens Run and Cancel.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Settings - HA Extras - Status</a:t>
            </a:r>
          </a:p>
        </p:txBody>
      </p:sp>
      <p:pic>
        <p:nvPicPr>
          <p:cNvPr id="3" name="Picture 2" descr="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27" y="914400"/>
            <a:ext cx="9591040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55555"/>
                </a:solidFill>
              </a:defRPr>
            </a:pPr>
            <a:r>
              <a:t>Read-only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